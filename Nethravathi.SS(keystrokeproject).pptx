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94343" autoAdjust="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12/29/2025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12/29/2025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>
            <a:normAutofit/>
          </a:bodyPr>
          <a:lstStyle/>
          <a:p>
            <a:pPr algn="r"/>
            <a:r>
              <a:rPr lang="en-US" sz="3200" b="0" dirty="0" err="1" smtClean="0">
                <a:solidFill>
                  <a:schemeClr val="tx1"/>
                </a:solidFill>
              </a:rPr>
              <a:t>Nethravathi</a:t>
            </a:r>
            <a:r>
              <a:rPr lang="en-US" sz="3200" b="0" dirty="0" smtClean="0">
                <a:solidFill>
                  <a:schemeClr val="tx1"/>
                </a:solidFill>
              </a:rPr>
              <a:t> SS</a:t>
            </a:r>
            <a:endParaRPr lang="en-IN" sz="32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8913" y="2050553"/>
            <a:ext cx="5277395" cy="743448"/>
          </a:xfrm>
        </p:spPr>
        <p:txBody>
          <a:bodyPr>
            <a:normAutofit fontScale="90000"/>
          </a:bodyPr>
          <a:lstStyle/>
          <a:p>
            <a:r>
              <a:rPr lang="en-GB" sz="3200" dirty="0" smtClean="0"/>
              <a:t>Keystroke Logging  Demonstration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79" y="1750423"/>
            <a:ext cx="6556103" cy="4914537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/>
              <a:t>With the increasing number of cyber security threats, traditional password-based authentication systems have proven insufficient in preventing unauthorized access. Static credentials can be easily compromised, leading to serious data breaches. This project proposes a keystroke dynamics-based authentication system that records and analyzes user typing behavior during login. By comparing real-time keystroke patterns with stored user profiles, the system aims to provide an additional layer of security that is non-intrusive, cost-effective, and difficult to replicate by attackers.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300" b="1" dirty="0">
                <a:solidFill>
                  <a:schemeClr val="tx1"/>
                </a:solidFill>
              </a:rPr>
              <a:t>Project Description</a:t>
            </a:r>
            <a:r>
              <a:rPr lang="en-GB" dirty="0" smtClean="0"/>
              <a:t/>
            </a:r>
            <a:br>
              <a:rPr lang="en-GB" dirty="0" smtClean="0"/>
            </a:br>
            <a:endParaRPr lang="en-IN" b="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77334" y="1523751"/>
            <a:ext cx="8596668" cy="529336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Keystroke Dynamics Login System is a security-based application that authenticates users not only by their credentials but also by their typing </a:t>
            </a:r>
            <a:r>
              <a:rPr lang="en-US" dirty="0" smtClean="0"/>
              <a:t>behavior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How </a:t>
            </a:r>
            <a:r>
              <a:rPr lang="en-US" dirty="0"/>
              <a:t>it works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The </a:t>
            </a:r>
            <a:r>
              <a:rPr lang="en-US" dirty="0"/>
              <a:t>system records keystroke features such as:</a:t>
            </a:r>
            <a:r>
              <a:rPr lang="en-US" sz="2200" dirty="0"/>
              <a:t/>
            </a:r>
            <a:br>
              <a:rPr lang="en-US" sz="2200" dirty="0"/>
            </a:b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Key </a:t>
            </a:r>
            <a:r>
              <a:rPr lang="en-US" dirty="0"/>
              <a:t>press </a:t>
            </a:r>
            <a:r>
              <a:rPr lang="en-US" dirty="0" smtClean="0"/>
              <a:t>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Key </a:t>
            </a:r>
            <a:r>
              <a:rPr lang="en-US" dirty="0"/>
              <a:t>release </a:t>
            </a:r>
            <a:r>
              <a:rPr lang="en-US" dirty="0" smtClean="0"/>
              <a:t>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Typing 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Time </a:t>
            </a:r>
            <a:r>
              <a:rPr lang="en-US" dirty="0"/>
              <a:t>interval between consecutive </a:t>
            </a:r>
            <a:r>
              <a:rPr lang="en-US" dirty="0" smtClean="0"/>
              <a:t>keys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During </a:t>
            </a:r>
            <a:r>
              <a:rPr lang="en-US" dirty="0"/>
              <a:t>registration, the user’s typing pattern is stored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During </a:t>
            </a:r>
            <a:r>
              <a:rPr lang="en-US" dirty="0"/>
              <a:t>login, the system compares the current typing pattern with the stored pattern</a:t>
            </a:r>
            <a:r>
              <a:rPr lang="en-US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If </a:t>
            </a:r>
            <a:r>
              <a:rPr lang="en-US" dirty="0"/>
              <a:t>both the password and typing pattern match within a threshold, access is granted.</a:t>
            </a:r>
            <a:r>
              <a:rPr lang="en-GB" dirty="0"/>
              <a:t/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291522"/>
            <a:ext cx="7904481" cy="498332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 smtClean="0"/>
              <a:t>Organizations </a:t>
            </a:r>
            <a:r>
              <a:rPr lang="en-US" sz="1400" dirty="0"/>
              <a:t>&amp; </a:t>
            </a:r>
            <a:r>
              <a:rPr lang="en-US" sz="1400" dirty="0" smtClean="0"/>
              <a:t>Companies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For secure employee login </a:t>
            </a:r>
            <a:r>
              <a:rPr lang="en-US" sz="1400" dirty="0" smtClean="0"/>
              <a:t>systems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Educational </a:t>
            </a:r>
            <a:r>
              <a:rPr lang="en-US" sz="1400" dirty="0" smtClean="0"/>
              <a:t>Institutions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Student portals and online exam </a:t>
            </a:r>
            <a:r>
              <a:rPr lang="en-US" sz="1400" dirty="0" smtClean="0"/>
              <a:t>authentication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Banking &amp; Financial </a:t>
            </a:r>
            <a:r>
              <a:rPr lang="en-US" sz="1400" dirty="0" smtClean="0"/>
              <a:t>Systems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Extra security for sensitive </a:t>
            </a:r>
            <a:r>
              <a:rPr lang="en-US" sz="1400" dirty="0" smtClean="0"/>
              <a:t>accounts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Software </a:t>
            </a:r>
            <a:r>
              <a:rPr lang="en-US" sz="1400" dirty="0" smtClean="0"/>
              <a:t>Applications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Systems requiring multi-factor </a:t>
            </a:r>
            <a:r>
              <a:rPr lang="en-US" sz="1400" dirty="0" smtClean="0"/>
              <a:t>authentication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Individual </a:t>
            </a:r>
            <a:r>
              <a:rPr lang="en-US" sz="1400" dirty="0" smtClean="0"/>
              <a:t>Users</a:t>
            </a:r>
            <a:endParaRPr lang="en-US" sz="1400" dirty="0"/>
          </a:p>
          <a:p>
            <a:pPr algn="just">
              <a:lnSpc>
                <a:spcPct val="150000"/>
              </a:lnSpc>
            </a:pPr>
            <a:r>
              <a:rPr lang="en-US" sz="1400" dirty="0"/>
              <a:t>Personal systems needing enhanced login protection</a:t>
            </a:r>
          </a:p>
          <a:p>
            <a:pPr algn="just">
              <a:lnSpc>
                <a:spcPct val="150000"/>
              </a:lnSpc>
            </a:pPr>
            <a:r>
              <a:rPr lang="en-US" sz="1400" dirty="0" smtClean="0"/>
              <a:t>The end users of the Keystroke Dynamics Login System include:</a:t>
            </a:r>
            <a:endParaRPr lang="en-US" sz="1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502465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2400" dirty="0" smtClean="0"/>
              <a:t>Python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Keyboard event </a:t>
            </a:r>
            <a:r>
              <a:rPr lang="en-US" sz="2400" dirty="0" smtClean="0"/>
              <a:t>handling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Time </a:t>
            </a:r>
            <a:r>
              <a:rPr lang="en-US" sz="2400" dirty="0" smtClean="0"/>
              <a:t>module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Basic pattern comparison (threshold-based</a:t>
            </a:r>
            <a:r>
              <a:rPr lang="en-US" sz="2400" dirty="0" smtClean="0"/>
              <a:t>)</a:t>
            </a: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Optional: Machine Learning for advanced matching</a:t>
            </a:r>
            <a:endParaRPr lang="en-IN" sz="24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8" y="5737443"/>
            <a:ext cx="8831877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</a:t>
            </a:r>
            <a:r>
              <a:rPr lang="en-GB" sz="2000" b="0" u="sng" smtClean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GB" sz="2000" b="0" u="sng" smtClean="0">
                <a:solidFill>
                  <a:srgbClr val="0070C0"/>
                </a:solidFill>
              </a:rPr>
              <a:t> </a:t>
            </a:r>
            <a:endParaRPr lang="en-GB" sz="2000" b="0" u="sng" dirty="0" smtClean="0">
              <a:solidFill>
                <a:srgbClr val="0070C0"/>
              </a:solidFill>
            </a:endParaRPr>
          </a:p>
          <a:p>
            <a:endParaRPr lang="en-GB" sz="2000" b="0" u="sng" dirty="0" smtClean="0">
              <a:solidFill>
                <a:srgbClr val="0070C0"/>
              </a:solidFill>
            </a:endParaRPr>
          </a:p>
          <a:p>
            <a:endParaRPr lang="en-GB" sz="2000" b="0" u="sng" dirty="0">
              <a:solidFill>
                <a:srgbClr val="0070C0"/>
              </a:solidFill>
            </a:endParaRPr>
          </a:p>
          <a:p>
            <a:endParaRPr lang="en-GB" sz="2000" b="0" u="sng" dirty="0" smtClean="0">
              <a:solidFill>
                <a:srgbClr val="0070C0"/>
              </a:solidFill>
            </a:endParaRPr>
          </a:p>
          <a:p>
            <a:endParaRPr lang="en-GB" sz="2000" b="0" u="sng" dirty="0" smtClean="0">
              <a:solidFill>
                <a:srgbClr val="0070C0"/>
              </a:solidFill>
            </a:endParaRPr>
          </a:p>
          <a:p>
            <a:endParaRPr lang="en-GB" sz="2000" b="0" u="sng" dirty="0" smtClean="0">
              <a:solidFill>
                <a:srgbClr val="0070C0"/>
              </a:solidFill>
            </a:endParaRPr>
          </a:p>
          <a:p>
            <a:endParaRPr lang="en-GB" sz="2000" b="0" u="sng" dirty="0">
              <a:solidFill>
                <a:srgbClr val="0070C0"/>
              </a:solidFill>
            </a:endParaRPr>
          </a:p>
          <a:p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07" y="1201586"/>
            <a:ext cx="6917157" cy="379599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2" y="5071366"/>
            <a:ext cx="5153744" cy="75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60" y="3149741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16c05727-aa75-4e4a-9b5f-8a80a116589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dcmitype/"/>
    <ds:schemaRef ds:uri="71af3243-3dd4-4a8d-8c0d-dd76da1f02a5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597</TotalTime>
  <Words>217</Words>
  <Application>Microsoft Office PowerPoint</Application>
  <PresentationFormat>Widescreen</PresentationFormat>
  <Paragraphs>45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Keystroke Logging  Demonstration</vt:lpstr>
      <vt:lpstr>PROBLEM  STATEMENT</vt:lpstr>
      <vt:lpstr>Project Description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rakshith gowda</cp:lastModifiedBy>
  <cp:revision>80</cp:revision>
  <dcterms:created xsi:type="dcterms:W3CDTF">2021-07-11T13:13:15Z</dcterms:created>
  <dcterms:modified xsi:type="dcterms:W3CDTF">2025-12-28T20:35:32Z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